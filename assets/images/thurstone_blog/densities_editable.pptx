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16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85A0"/>
    <a:srgbClr val="00496F"/>
    <a:srgbClr val="DD4124"/>
    <a:srgbClr val="B1595E"/>
    <a:srgbClr val="D28C89"/>
    <a:srgbClr val="883F37"/>
    <a:srgbClr val="4A3A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67"/>
    <p:restoredTop sz="94720"/>
  </p:normalViewPr>
  <p:slideViewPr>
    <p:cSldViewPr snapToGrid="0" showGuides="1">
      <p:cViewPr varScale="1">
        <p:scale>
          <a:sx n="78" d="100"/>
          <a:sy n="78" d="100"/>
        </p:scale>
        <p:origin x="192" y="592"/>
      </p:cViewPr>
      <p:guideLst>
        <p:guide orient="horz" pos="3216"/>
        <p:guide pos="38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671C8-828B-F078-03FB-B65AF1395F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A35FE5-1461-E41B-92AF-60CE81C169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C387D4-A02D-4369-AD10-7A9308D63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6D8E5-6BA1-2B4B-963D-F2E25306724E}" type="datetimeFigureOut">
              <a:rPr lang="en-US" smtClean="0"/>
              <a:t>8/6/24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B7DE5-6AA6-3626-E256-B87F70004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99A5F-7989-DB37-DB1A-E5EF08187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149C5-AE76-AD49-8AA9-BBD548F50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874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F8491-55FA-5E6A-7C7D-C1FB9FE5E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1BE87-5D11-E6BA-8594-7F7E95E39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E528C-78BC-1AE1-64AE-9B743C536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6D8E5-6BA1-2B4B-963D-F2E25306724E}" type="datetimeFigureOut">
              <a:rPr lang="en-US" smtClean="0"/>
              <a:t>8/6/24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23E98B-F871-235F-E7D6-E4E4C8F5E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46921-BF12-713E-BCF2-B59E545FA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149C5-AE76-AD49-8AA9-BBD548F50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590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A2659-31D7-7467-55A0-93D8A0D45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6869D-0E6D-1F38-8829-81458C6D02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8224E-CBA0-282A-2A9D-EDB7D80CE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6D8E5-6BA1-2B4B-963D-F2E25306724E}" type="datetimeFigureOut">
              <a:rPr lang="en-US" smtClean="0"/>
              <a:t>8/6/24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C6256-D5DA-176B-5944-C654B9A73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930C4-A9C2-ABE1-23AF-E76FBDFE7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149C5-AE76-AD49-8AA9-BBD548F50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32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64B09-2F9C-C3B7-424F-A1AC3587B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F8A68-D5F7-617E-EF6D-5EE223385D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C78BD8-78EF-E653-E9FD-4F23A7F062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F501B3-BD94-E901-A1B6-33B006DF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6D8E5-6BA1-2B4B-963D-F2E25306724E}" type="datetimeFigureOut">
              <a:rPr lang="en-US" smtClean="0"/>
              <a:t>8/6/24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A067E4-65F6-320A-559E-5543D3A85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3F829D-55C7-2301-11A1-45E715BDF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149C5-AE76-AD49-8AA9-BBD548F50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954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650AF-8128-272D-0AF3-98983E9C1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EBAEE5-29FA-83F2-9D7C-BB022979C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C532B0-5020-4E9B-930F-128EB4513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8FD8A1-C4F1-A9B1-52E9-7F6998C9FD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4FC824-44A7-E617-B6B5-DA75A04430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407140-C5D9-101D-A65D-90FB5AB6D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6D8E5-6BA1-2B4B-963D-F2E25306724E}" type="datetimeFigureOut">
              <a:rPr lang="en-US" smtClean="0"/>
              <a:t>8/6/24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BD1DBC-12C0-FF2E-61B0-1CBBD26AD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A491A4-CE61-3D5C-E01B-44416C91A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149C5-AE76-AD49-8AA9-BBD548F50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72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ABF3B-F949-62EE-F61D-B9C78CE0F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BE93A4-A9BC-7535-C8A7-79FFC63AC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6D8E5-6BA1-2B4B-963D-F2E25306724E}" type="datetimeFigureOut">
              <a:rPr lang="en-US" smtClean="0"/>
              <a:t>8/6/24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6E2CA3-F701-2409-4689-C656452F3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9ABADB-9773-0FA7-0762-3BB7491A3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149C5-AE76-AD49-8AA9-BBD548F50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172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C8D086-1949-788B-0D4F-EE1EB96F4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6D8E5-6BA1-2B4B-963D-F2E25306724E}" type="datetimeFigureOut">
              <a:rPr lang="en-US" smtClean="0"/>
              <a:t>8/6/24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1CEFC9-84E9-0BF3-9BF0-9C386ED1C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FF8062-9912-8C5E-9783-49D9EA1F8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149C5-AE76-AD49-8AA9-BBD548F50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623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E4C42-235A-4CCE-28E9-E2D8C72FA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024BA-713E-F02B-EAA7-660675B05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5F2F52-E150-F054-8B01-07408B4E1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D423D-008E-3344-3CE8-D35783A2D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6D8E5-6BA1-2B4B-963D-F2E25306724E}" type="datetimeFigureOut">
              <a:rPr lang="en-US" smtClean="0"/>
              <a:t>8/6/24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B55F7B-1F1B-94AB-374E-BB25F77F0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EBF14A-283E-2F0B-4CA0-DE6A263C9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149C5-AE76-AD49-8AA9-BBD548F50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226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1C1F3-FA43-D0FF-02B3-113CB6007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B695A4-F9F1-166B-1971-1164023579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62904D-B745-38A1-9155-99F60D4D81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3D07A9-26CD-14E9-AFFB-106149433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6D8E5-6BA1-2B4B-963D-F2E25306724E}" type="datetimeFigureOut">
              <a:rPr lang="en-US" smtClean="0"/>
              <a:t>8/6/24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2BEA66-73EF-8994-63E9-257C2C55A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C2090-7B47-2FFC-AD36-EB0B9887B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149C5-AE76-AD49-8AA9-BBD548F50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697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5985D-480D-7604-51C5-CCBB0C816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A434F-A8F5-358F-8C41-988F1091BE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F6BA0D-4968-0464-FEE1-407BD2859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6D8E5-6BA1-2B4B-963D-F2E25306724E}" type="datetimeFigureOut">
              <a:rPr lang="en-US" smtClean="0"/>
              <a:t>8/6/24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4E3D32-7CFE-E418-DD0D-B3D3C20FB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43F646-5BEB-05FE-0F4F-F2C84C744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149C5-AE76-AD49-8AA9-BBD548F50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479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3D7269-403A-6983-5404-8255777EE8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B83037-3851-D404-D1B4-FA1AA4C88A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AFD72E-AEA9-AD0C-B6D2-1EE78DC19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6D8E5-6BA1-2B4B-963D-F2E25306724E}" type="datetimeFigureOut">
              <a:rPr lang="en-US" smtClean="0"/>
              <a:t>8/6/24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36BF2-3B89-F66C-A4C2-DF43FA095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ED621-526A-A370-7B09-CFE0C04C1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149C5-AE76-AD49-8AA9-BBD548F50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160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D3CE53-5AFD-06F9-E09B-6A403884A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FE9B3E-72FF-1700-5A3C-97EE41D55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FCE3FF-C052-72C8-051B-470A92CC97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F6D8E5-6BA1-2B4B-963D-F2E25306724E}" type="datetimeFigureOut">
              <a:rPr lang="en-US" smtClean="0"/>
              <a:t>8/6/24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21E2F-4F7D-1E27-03B3-52673551A2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456D49-6022-D31C-8B9F-2CB359C7E6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6149C5-AE76-AD49-8AA9-BBD548F50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043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3" Type="http://schemas.openxmlformats.org/officeDocument/2006/relationships/image" Target="../media/image11.png"/><Relationship Id="rId21" Type="http://schemas.openxmlformats.org/officeDocument/2006/relationships/image" Target="../media/image29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" Type="http://schemas.openxmlformats.org/officeDocument/2006/relationships/image" Target="../media/image10.png"/><Relationship Id="rId16" Type="http://schemas.openxmlformats.org/officeDocument/2006/relationships/image" Target="../media/image24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1829A32D-650C-77D1-284F-302642F46FC4}"/>
              </a:ext>
            </a:extLst>
          </p:cNvPr>
          <p:cNvGrpSpPr/>
          <p:nvPr/>
        </p:nvGrpSpPr>
        <p:grpSpPr>
          <a:xfrm>
            <a:off x="2656114" y="1655959"/>
            <a:ext cx="6291942" cy="3954780"/>
            <a:chOff x="2656114" y="1655959"/>
            <a:chExt cx="6291942" cy="3954780"/>
          </a:xfrm>
        </p:grpSpPr>
        <p:pic>
          <p:nvPicPr>
            <p:cNvPr id="5" name="Picture 4" descr="A diagram of a graph&#10;&#10;Description automatically generated">
              <a:extLst>
                <a:ext uri="{FF2B5EF4-FFF2-40B4-BE49-F238E27FC236}">
                  <a16:creationId xmlns:a16="http://schemas.microsoft.com/office/drawing/2014/main" id="{8113F558-08FE-96AC-A801-C0F5ACA120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56114" y="1856014"/>
              <a:ext cx="6291942" cy="3145971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086EBF2-12A5-03F6-1FE1-AE46B87F4B40}"/>
                    </a:ext>
                  </a:extLst>
                </p:cNvPr>
                <p:cNvSpPr txBox="1"/>
                <p:nvPr/>
              </p:nvSpPr>
              <p:spPr>
                <a:xfrm>
                  <a:off x="3672112" y="1655959"/>
                  <a:ext cx="153851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solidFill>
                              <a:srgbClr val="4A3A3B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000" i="1" dirty="0" smtClean="0">
                                <a:solidFill>
                                  <a:srgbClr val="4A3A3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 dirty="0" smtClean="0">
                                    <a:solidFill>
                                      <a:srgbClr val="4A3A3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 smtClean="0">
                                    <a:solidFill>
                                      <a:srgbClr val="4A3A3B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sz="2000" b="0" i="1" dirty="0" smtClean="0">
                                    <a:solidFill>
                                      <a:srgbClr val="4A3A3B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2000" dirty="0">
                    <a:solidFill>
                      <a:srgbClr val="4A3A3B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086EBF2-12A5-03F6-1FE1-AE46B87F4B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72112" y="1655959"/>
                  <a:ext cx="1538514" cy="400110"/>
                </a:xfrm>
                <a:prstGeom prst="rect">
                  <a:avLst/>
                </a:prstGeom>
                <a:blipFill>
                  <a:blip r:embed="rId3"/>
                  <a:stretch>
                    <a:fillRect b="-156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0E218A78-8BCB-522B-2081-AC753D02F13E}"/>
                    </a:ext>
                  </a:extLst>
                </p:cNvPr>
                <p:cNvSpPr txBox="1"/>
                <p:nvPr/>
              </p:nvSpPr>
              <p:spPr>
                <a:xfrm>
                  <a:off x="4383313" y="1655959"/>
                  <a:ext cx="153851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solidFill>
                              <a:srgbClr val="883F3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000" i="1" dirty="0" smtClean="0">
                                <a:solidFill>
                                  <a:srgbClr val="883F3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 dirty="0" smtClean="0">
                                    <a:solidFill>
                                      <a:srgbClr val="883F3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 smtClean="0">
                                    <a:solidFill>
                                      <a:srgbClr val="883F3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sz="2000" b="0" i="1" dirty="0" smtClean="0">
                                    <a:solidFill>
                                      <a:srgbClr val="883F3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2000" dirty="0">
                    <a:solidFill>
                      <a:srgbClr val="883F37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0E218A78-8BCB-522B-2081-AC753D02F1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313" y="1655959"/>
                  <a:ext cx="1538514" cy="400110"/>
                </a:xfrm>
                <a:prstGeom prst="rect">
                  <a:avLst/>
                </a:prstGeom>
                <a:blipFill>
                  <a:blip r:embed="rId4"/>
                  <a:stretch>
                    <a:fillRect b="-156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29628A72-FBCF-AE0D-541A-267BEE2F881B}"/>
                    </a:ext>
                  </a:extLst>
                </p:cNvPr>
                <p:cNvSpPr txBox="1"/>
                <p:nvPr/>
              </p:nvSpPr>
              <p:spPr>
                <a:xfrm>
                  <a:off x="5069114" y="1655959"/>
                  <a:ext cx="153851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solidFill>
                              <a:srgbClr val="B1595E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000" i="1" dirty="0" smtClean="0">
                                <a:solidFill>
                                  <a:srgbClr val="B1595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 dirty="0" smtClean="0">
                                    <a:solidFill>
                                      <a:srgbClr val="B1595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 smtClean="0">
                                    <a:solidFill>
                                      <a:srgbClr val="B1595E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sz="2000" b="0" i="1" dirty="0" smtClean="0">
                                    <a:solidFill>
                                      <a:srgbClr val="B1595E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2000" dirty="0">
                    <a:solidFill>
                      <a:srgbClr val="B1595E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29628A72-FBCF-AE0D-541A-267BEE2F88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69114" y="1655959"/>
                  <a:ext cx="1538514" cy="400110"/>
                </a:xfrm>
                <a:prstGeom prst="rect">
                  <a:avLst/>
                </a:prstGeom>
                <a:blipFill>
                  <a:blip r:embed="rId5"/>
                  <a:stretch>
                    <a:fillRect b="-156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5F7EDE76-004A-0325-B8D2-6A8703707269}"/>
                    </a:ext>
                  </a:extLst>
                </p:cNvPr>
                <p:cNvSpPr txBox="1"/>
                <p:nvPr/>
              </p:nvSpPr>
              <p:spPr>
                <a:xfrm>
                  <a:off x="6154054" y="1655959"/>
                  <a:ext cx="153851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solidFill>
                              <a:srgbClr val="D28C89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000" i="1" dirty="0" smtClean="0">
                                <a:solidFill>
                                  <a:srgbClr val="D28C8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 dirty="0" smtClean="0">
                                    <a:solidFill>
                                      <a:srgbClr val="D28C89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 smtClean="0">
                                    <a:solidFill>
                                      <a:srgbClr val="D28C89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sz="2000" b="0" i="1" dirty="0" smtClean="0">
                                    <a:solidFill>
                                      <a:srgbClr val="D28C89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2000" dirty="0">
                    <a:solidFill>
                      <a:srgbClr val="D28C89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5F7EDE76-004A-0325-B8D2-6A87037072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54054" y="1655959"/>
                  <a:ext cx="1538514" cy="400110"/>
                </a:xfrm>
                <a:prstGeom prst="rect">
                  <a:avLst/>
                </a:prstGeom>
                <a:blipFill>
                  <a:blip r:embed="rId6"/>
                  <a:stretch>
                    <a:fillRect b="-156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BB469F0A-FD05-D3C7-6F7E-B5F04C837F2C}"/>
                </a:ext>
              </a:extLst>
            </p:cNvPr>
            <p:cNvCxnSpPr/>
            <p:nvPr/>
          </p:nvCxnSpPr>
          <p:spPr>
            <a:xfrm>
              <a:off x="4731654" y="4542971"/>
              <a:ext cx="0" cy="667658"/>
            </a:xfrm>
            <a:prstGeom prst="straightConnector1">
              <a:avLst/>
            </a:prstGeom>
            <a:ln w="63500">
              <a:solidFill>
                <a:srgbClr val="4A3A3B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E512D48C-0F49-12AE-2FCD-730D2AA51311}"/>
                </a:ext>
              </a:extLst>
            </p:cNvPr>
            <p:cNvCxnSpPr/>
            <p:nvPr/>
          </p:nvCxnSpPr>
          <p:spPr>
            <a:xfrm>
              <a:off x="6462485" y="4542971"/>
              <a:ext cx="0" cy="667658"/>
            </a:xfrm>
            <a:prstGeom prst="straightConnector1">
              <a:avLst/>
            </a:prstGeom>
            <a:ln w="63500">
              <a:solidFill>
                <a:srgbClr val="B1595E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BCDD4B32-5DE9-4E9D-95E5-2A1D7A70447E}"/>
                </a:ext>
              </a:extLst>
            </p:cNvPr>
            <p:cNvCxnSpPr/>
            <p:nvPr/>
          </p:nvCxnSpPr>
          <p:spPr>
            <a:xfrm>
              <a:off x="4194625" y="4542971"/>
              <a:ext cx="0" cy="667658"/>
            </a:xfrm>
            <a:prstGeom prst="straightConnector1">
              <a:avLst/>
            </a:prstGeom>
            <a:ln w="63500">
              <a:solidFill>
                <a:srgbClr val="883F3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572347C6-97AB-FDCE-CB68-9C0CA85FA151}"/>
                </a:ext>
              </a:extLst>
            </p:cNvPr>
            <p:cNvCxnSpPr/>
            <p:nvPr/>
          </p:nvCxnSpPr>
          <p:spPr>
            <a:xfrm>
              <a:off x="6096000" y="4542971"/>
              <a:ext cx="0" cy="667658"/>
            </a:xfrm>
            <a:prstGeom prst="straightConnector1">
              <a:avLst/>
            </a:prstGeom>
            <a:ln w="63500">
              <a:solidFill>
                <a:srgbClr val="D28C8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58D4A269-0E3B-A835-023C-878DB3946F93}"/>
                    </a:ext>
                  </a:extLst>
                </p:cNvPr>
                <p:cNvSpPr txBox="1"/>
                <p:nvPr/>
              </p:nvSpPr>
              <p:spPr>
                <a:xfrm>
                  <a:off x="3962397" y="5210629"/>
                  <a:ext cx="153851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4A3A3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smtClean="0">
                                <a:solidFill>
                                  <a:srgbClr val="4A3A3B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000" i="1" smtClean="0">
                                <a:solidFill>
                                  <a:srgbClr val="4A3A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>
                    <a:solidFill>
                      <a:srgbClr val="4A3A3B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58D4A269-0E3B-A835-023C-878DB3946F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2397" y="5210629"/>
                  <a:ext cx="1538514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810E8EE-6602-5D60-1565-ACFAF367D890}"/>
                    </a:ext>
                  </a:extLst>
                </p:cNvPr>
                <p:cNvSpPr txBox="1"/>
                <p:nvPr/>
              </p:nvSpPr>
              <p:spPr>
                <a:xfrm>
                  <a:off x="3425368" y="5181236"/>
                  <a:ext cx="153851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883F3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smtClean="0">
                                <a:solidFill>
                                  <a:srgbClr val="883F3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883F3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 dirty="0">
                    <a:solidFill>
                      <a:srgbClr val="883F37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810E8EE-6602-5D60-1565-ACFAF367D8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5368" y="5181236"/>
                  <a:ext cx="1538514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BC8C23E5-E25D-78A5-959D-748F91CB0430}"/>
                    </a:ext>
                  </a:extLst>
                </p:cNvPr>
                <p:cNvSpPr txBox="1"/>
                <p:nvPr/>
              </p:nvSpPr>
              <p:spPr>
                <a:xfrm>
                  <a:off x="5326743" y="5181236"/>
                  <a:ext cx="153851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D28C8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smtClean="0">
                                <a:solidFill>
                                  <a:srgbClr val="D28C89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D28C89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2000" dirty="0">
                    <a:solidFill>
                      <a:srgbClr val="D28C89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BC8C23E5-E25D-78A5-959D-748F91CB04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26743" y="5181236"/>
                  <a:ext cx="1538514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1EB1563C-C810-BEE6-6FFE-D8ED1485F2D2}"/>
                    </a:ext>
                  </a:extLst>
                </p:cNvPr>
                <p:cNvSpPr txBox="1"/>
                <p:nvPr/>
              </p:nvSpPr>
              <p:spPr>
                <a:xfrm>
                  <a:off x="5733137" y="5179662"/>
                  <a:ext cx="153851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B1595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smtClean="0">
                                <a:solidFill>
                                  <a:srgbClr val="B1595E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B1595E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000" dirty="0">
                    <a:solidFill>
                      <a:srgbClr val="B1595E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1EB1563C-C810-BEE6-6FFE-D8ED1485F2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3137" y="5179662"/>
                  <a:ext cx="1538514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178758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roup 167">
            <a:extLst>
              <a:ext uri="{FF2B5EF4-FFF2-40B4-BE49-F238E27FC236}">
                <a16:creationId xmlns:a16="http://schemas.microsoft.com/office/drawing/2014/main" id="{898E96EC-3174-00AA-50F2-EC09EA039EE4}"/>
              </a:ext>
            </a:extLst>
          </p:cNvPr>
          <p:cNvGrpSpPr/>
          <p:nvPr/>
        </p:nvGrpSpPr>
        <p:grpSpPr>
          <a:xfrm>
            <a:off x="1238842" y="27776"/>
            <a:ext cx="9618294" cy="6541742"/>
            <a:chOff x="1238842" y="27776"/>
            <a:chExt cx="9618294" cy="654174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758C0EA-AB7E-1234-D608-95F3096CEFD8}"/>
                </a:ext>
              </a:extLst>
            </p:cNvPr>
            <p:cNvGrpSpPr/>
            <p:nvPr/>
          </p:nvGrpSpPr>
          <p:grpSpPr>
            <a:xfrm>
              <a:off x="3823489" y="794634"/>
              <a:ext cx="914400" cy="914400"/>
              <a:chOff x="2060003" y="1104900"/>
              <a:chExt cx="914400" cy="914400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D310A9A-29EE-97A1-2D84-D5C51E36E171}"/>
                      </a:ext>
                    </a:extLst>
                  </p:cNvPr>
                  <p:cNvSpPr txBox="1"/>
                  <p:nvPr/>
                </p:nvSpPr>
                <p:spPr>
                  <a:xfrm>
                    <a:off x="2202700" y="1213757"/>
                    <a:ext cx="771703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3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3600" dirty="0"/>
                  </a:p>
                </p:txBody>
              </p:sp>
            </mc:Choice>
            <mc:Fallback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D310A9A-29EE-97A1-2D84-D5C51E36E17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02700" y="1213757"/>
                    <a:ext cx="771703" cy="646331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b="-1176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00FC6FCC-662F-42B3-935C-49775E3C7576}"/>
                  </a:ext>
                </a:extLst>
              </p:cNvPr>
              <p:cNvSpPr/>
              <p:nvPr/>
            </p:nvSpPr>
            <p:spPr>
              <a:xfrm>
                <a:off x="2060003" y="1104900"/>
                <a:ext cx="914400" cy="9144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B72C787-538F-0FD7-9E97-7D94C3FF4C1D}"/>
                </a:ext>
              </a:extLst>
            </p:cNvPr>
            <p:cNvGrpSpPr/>
            <p:nvPr/>
          </p:nvGrpSpPr>
          <p:grpSpPr>
            <a:xfrm>
              <a:off x="5012753" y="794634"/>
              <a:ext cx="914400" cy="914400"/>
              <a:chOff x="2060003" y="1104900"/>
              <a:chExt cx="914400" cy="914400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9983170D-9BE2-6E0A-3A5A-926D2257903C}"/>
                      </a:ext>
                    </a:extLst>
                  </p:cNvPr>
                  <p:cNvSpPr txBox="1"/>
                  <p:nvPr/>
                </p:nvSpPr>
                <p:spPr>
                  <a:xfrm>
                    <a:off x="2202700" y="1213757"/>
                    <a:ext cx="771703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3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3600" dirty="0"/>
                  </a:p>
                </p:txBody>
              </p:sp>
            </mc:Choice>
            <mc:Fallback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9983170D-9BE2-6E0A-3A5A-926D2257903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02700" y="1213757"/>
                    <a:ext cx="771703" cy="646331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639" b="-1176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D278BB83-CCB9-7EF0-29A1-EA8674B42F84}"/>
                  </a:ext>
                </a:extLst>
              </p:cNvPr>
              <p:cNvSpPr/>
              <p:nvPr/>
            </p:nvSpPr>
            <p:spPr>
              <a:xfrm>
                <a:off x="2060003" y="1104900"/>
                <a:ext cx="914400" cy="9144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22E1F12-3910-2362-885B-A969917FCD9A}"/>
                </a:ext>
              </a:extLst>
            </p:cNvPr>
            <p:cNvGrpSpPr/>
            <p:nvPr/>
          </p:nvGrpSpPr>
          <p:grpSpPr>
            <a:xfrm>
              <a:off x="6202017" y="769456"/>
              <a:ext cx="914400" cy="914400"/>
              <a:chOff x="2060003" y="1104900"/>
              <a:chExt cx="914400" cy="914400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C3AFA91E-E9C9-BB8C-8D32-DF90FDFEF447}"/>
                      </a:ext>
                    </a:extLst>
                  </p:cNvPr>
                  <p:cNvSpPr txBox="1"/>
                  <p:nvPr/>
                </p:nvSpPr>
                <p:spPr>
                  <a:xfrm>
                    <a:off x="2202700" y="1213757"/>
                    <a:ext cx="771703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3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3600" dirty="0"/>
                  </a:p>
                </p:txBody>
              </p:sp>
            </mc:Choice>
            <mc:Fallback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C3AFA91E-E9C9-BB8C-8D32-DF90FDFEF44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02700" y="1213757"/>
                    <a:ext cx="771703" cy="64633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961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902C431B-8264-348E-CAEE-58E52F2DE4DA}"/>
                  </a:ext>
                </a:extLst>
              </p:cNvPr>
              <p:cNvSpPr/>
              <p:nvPr/>
            </p:nvSpPr>
            <p:spPr>
              <a:xfrm>
                <a:off x="2060003" y="1104900"/>
                <a:ext cx="914400" cy="9144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CF48B86-5D14-39D0-F9EC-54490678B1B0}"/>
                </a:ext>
              </a:extLst>
            </p:cNvPr>
            <p:cNvGrpSpPr/>
            <p:nvPr/>
          </p:nvGrpSpPr>
          <p:grpSpPr>
            <a:xfrm>
              <a:off x="7391281" y="769456"/>
              <a:ext cx="914400" cy="914400"/>
              <a:chOff x="2060003" y="1104900"/>
              <a:chExt cx="914400" cy="914400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34B06E88-A75B-88F4-CB0F-6204CC5D9D9A}"/>
                      </a:ext>
                    </a:extLst>
                  </p:cNvPr>
                  <p:cNvSpPr txBox="1"/>
                  <p:nvPr/>
                </p:nvSpPr>
                <p:spPr>
                  <a:xfrm>
                    <a:off x="2202700" y="1213757"/>
                    <a:ext cx="771703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3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US" sz="3600" dirty="0"/>
                  </a:p>
                </p:txBody>
              </p:sp>
            </mc:Choice>
            <mc:Fallback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34B06E88-A75B-88F4-CB0F-6204CC5D9D9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02700" y="1213757"/>
                    <a:ext cx="771703" cy="646331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961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D5EDA59E-8AA1-9F8F-B013-0938F53E0D38}"/>
                  </a:ext>
                </a:extLst>
              </p:cNvPr>
              <p:cNvSpPr/>
              <p:nvPr/>
            </p:nvSpPr>
            <p:spPr>
              <a:xfrm>
                <a:off x="2060003" y="1104900"/>
                <a:ext cx="914400" cy="9144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DD64FF9-8933-3FAE-08C0-4F9B3274B630}"/>
                </a:ext>
              </a:extLst>
            </p:cNvPr>
            <p:cNvGrpSpPr/>
            <p:nvPr/>
          </p:nvGrpSpPr>
          <p:grpSpPr>
            <a:xfrm>
              <a:off x="1238842" y="3120105"/>
              <a:ext cx="914400" cy="914400"/>
              <a:chOff x="2060003" y="1104900"/>
              <a:chExt cx="914400" cy="914400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2F6D1DB0-1BB0-E7FD-2572-F22C4FBC824A}"/>
                      </a:ext>
                    </a:extLst>
                  </p:cNvPr>
                  <p:cNvSpPr txBox="1"/>
                  <p:nvPr/>
                </p:nvSpPr>
                <p:spPr>
                  <a:xfrm>
                    <a:off x="2170042" y="1213757"/>
                    <a:ext cx="771703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3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</m:oMath>
                      </m:oMathPara>
                    </a14:m>
                    <a:endParaRPr lang="en-US" sz="3600" dirty="0"/>
                  </a:p>
                </p:txBody>
              </p:sp>
            </mc:Choice>
            <mc:Fallback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2F6D1DB0-1BB0-E7FD-2572-F22C4FBC824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70042" y="1213757"/>
                    <a:ext cx="771703" cy="646331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9677" r="-8065" b="-384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8519E99-6106-D38A-9862-08C821B41C05}"/>
                  </a:ext>
                </a:extLst>
              </p:cNvPr>
              <p:cNvSpPr/>
              <p:nvPr/>
            </p:nvSpPr>
            <p:spPr>
              <a:xfrm>
                <a:off x="2060003" y="1104900"/>
                <a:ext cx="914400" cy="9144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8C55AF6-88D7-576B-EDC3-B9ECD87328F1}"/>
                </a:ext>
              </a:extLst>
            </p:cNvPr>
            <p:cNvGrpSpPr/>
            <p:nvPr/>
          </p:nvGrpSpPr>
          <p:grpSpPr>
            <a:xfrm>
              <a:off x="2977479" y="3120105"/>
              <a:ext cx="914400" cy="914400"/>
              <a:chOff x="2060003" y="1104900"/>
              <a:chExt cx="914400" cy="914400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69EAE026-CDE0-F644-9230-882CDA7635FF}"/>
                      </a:ext>
                    </a:extLst>
                  </p:cNvPr>
                  <p:cNvSpPr txBox="1"/>
                  <p:nvPr/>
                </p:nvSpPr>
                <p:spPr>
                  <a:xfrm>
                    <a:off x="2170042" y="1213757"/>
                    <a:ext cx="771703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3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13</m:t>
                              </m:r>
                            </m:sub>
                          </m:sSub>
                        </m:oMath>
                      </m:oMathPara>
                    </a14:m>
                    <a:endParaRPr lang="en-US" sz="3600" dirty="0"/>
                  </a:p>
                </p:txBody>
              </p:sp>
            </mc:Choice>
            <mc:Fallback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69EAE026-CDE0-F644-9230-882CDA7635F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70042" y="1213757"/>
                    <a:ext cx="771703" cy="646331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8065" r="-9677" b="-384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52F16A9-C791-2DD8-7DC4-E249431AFCD8}"/>
                  </a:ext>
                </a:extLst>
              </p:cNvPr>
              <p:cNvSpPr/>
              <p:nvPr/>
            </p:nvSpPr>
            <p:spPr>
              <a:xfrm>
                <a:off x="2060003" y="1104900"/>
                <a:ext cx="914400" cy="9144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E24AF7C-C571-48BF-005A-A57C2FBC9EA7}"/>
                </a:ext>
              </a:extLst>
            </p:cNvPr>
            <p:cNvGrpSpPr/>
            <p:nvPr/>
          </p:nvGrpSpPr>
          <p:grpSpPr>
            <a:xfrm>
              <a:off x="4716116" y="3120105"/>
              <a:ext cx="914400" cy="914400"/>
              <a:chOff x="2060003" y="1104900"/>
              <a:chExt cx="914400" cy="914400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E6B87E28-FBEF-A182-B0FB-592024FE502E}"/>
                      </a:ext>
                    </a:extLst>
                  </p:cNvPr>
                  <p:cNvSpPr txBox="1"/>
                  <p:nvPr/>
                </p:nvSpPr>
                <p:spPr>
                  <a:xfrm>
                    <a:off x="2170042" y="1213757"/>
                    <a:ext cx="771703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3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14</m:t>
                              </m:r>
                            </m:sub>
                          </m:sSub>
                        </m:oMath>
                      </m:oMathPara>
                    </a14:m>
                    <a:endParaRPr lang="en-US" sz="3600" dirty="0"/>
                  </a:p>
                </p:txBody>
              </p:sp>
            </mc:Choice>
            <mc:Fallback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E6B87E28-FBEF-A182-B0FB-592024FE502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70042" y="1213757"/>
                    <a:ext cx="771703" cy="646331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9836" r="-9836" b="-384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E0A3C090-8DFE-E1DE-17DB-B419240E0FF0}"/>
                  </a:ext>
                </a:extLst>
              </p:cNvPr>
              <p:cNvSpPr/>
              <p:nvPr/>
            </p:nvSpPr>
            <p:spPr>
              <a:xfrm>
                <a:off x="2060003" y="1104900"/>
                <a:ext cx="914400" cy="9144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61FA1CC4-40C0-AFA5-03A0-581663E39E25}"/>
                </a:ext>
              </a:extLst>
            </p:cNvPr>
            <p:cNvGrpSpPr/>
            <p:nvPr/>
          </p:nvGrpSpPr>
          <p:grpSpPr>
            <a:xfrm>
              <a:off x="6454753" y="3094927"/>
              <a:ext cx="914400" cy="914400"/>
              <a:chOff x="2060003" y="1104900"/>
              <a:chExt cx="914400" cy="914400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2E3E0A30-8CA5-DCDF-EDFD-F56C8008E13D}"/>
                      </a:ext>
                    </a:extLst>
                  </p:cNvPr>
                  <p:cNvSpPr txBox="1"/>
                  <p:nvPr/>
                </p:nvSpPr>
                <p:spPr>
                  <a:xfrm>
                    <a:off x="2170042" y="1213757"/>
                    <a:ext cx="771703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3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23</m:t>
                              </m:r>
                            </m:sub>
                          </m:sSub>
                        </m:oMath>
                      </m:oMathPara>
                    </a14:m>
                    <a:endParaRPr lang="en-US" sz="3600" dirty="0"/>
                  </a:p>
                </p:txBody>
              </p:sp>
            </mc:Choice>
            <mc:Fallback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2E3E0A30-8CA5-DCDF-EDFD-F56C8008E13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70042" y="1213757"/>
                    <a:ext cx="771703" cy="646331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8065" r="-11290" b="-384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C5EC1043-5E70-76A4-7CFE-59398246EB82}"/>
                  </a:ext>
                </a:extLst>
              </p:cNvPr>
              <p:cNvSpPr/>
              <p:nvPr/>
            </p:nvSpPr>
            <p:spPr>
              <a:xfrm>
                <a:off x="2060003" y="1104900"/>
                <a:ext cx="914400" cy="9144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50877CC-88E5-86C4-19FF-D5F73DC73EA8}"/>
                </a:ext>
              </a:extLst>
            </p:cNvPr>
            <p:cNvGrpSpPr/>
            <p:nvPr/>
          </p:nvGrpSpPr>
          <p:grpSpPr>
            <a:xfrm>
              <a:off x="8193390" y="3120105"/>
              <a:ext cx="914400" cy="914400"/>
              <a:chOff x="2060003" y="1104900"/>
              <a:chExt cx="914400" cy="914400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F64D724E-A5D6-E7D4-919F-D213792CA9D9}"/>
                      </a:ext>
                    </a:extLst>
                  </p:cNvPr>
                  <p:cNvSpPr txBox="1"/>
                  <p:nvPr/>
                </p:nvSpPr>
                <p:spPr>
                  <a:xfrm>
                    <a:off x="2170042" y="1213757"/>
                    <a:ext cx="771703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3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24</m:t>
                              </m:r>
                            </m:sub>
                          </m:sSub>
                        </m:oMath>
                      </m:oMathPara>
                    </a14:m>
                    <a:endParaRPr lang="en-US" sz="3600" dirty="0"/>
                  </a:p>
                </p:txBody>
              </p:sp>
            </mc:Choice>
            <mc:Fallback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F64D724E-A5D6-E7D4-919F-D213792CA9D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70042" y="1213757"/>
                    <a:ext cx="771703" cy="646331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8065" r="-9677" b="-384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4CCAFCD2-924A-57F7-53E2-30E0B81B6E62}"/>
                  </a:ext>
                </a:extLst>
              </p:cNvPr>
              <p:cNvSpPr/>
              <p:nvPr/>
            </p:nvSpPr>
            <p:spPr>
              <a:xfrm>
                <a:off x="2060003" y="1104900"/>
                <a:ext cx="914400" cy="9144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8EAFC870-EFAF-DD4B-E0ED-4DC7070754BC}"/>
                </a:ext>
              </a:extLst>
            </p:cNvPr>
            <p:cNvGrpSpPr/>
            <p:nvPr/>
          </p:nvGrpSpPr>
          <p:grpSpPr>
            <a:xfrm>
              <a:off x="9932027" y="3120105"/>
              <a:ext cx="914400" cy="914400"/>
              <a:chOff x="2060003" y="1104900"/>
              <a:chExt cx="914400" cy="914400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F730693B-9554-6E88-7FDF-5D5438AA7EFC}"/>
                      </a:ext>
                    </a:extLst>
                  </p:cNvPr>
                  <p:cNvSpPr txBox="1"/>
                  <p:nvPr/>
                </p:nvSpPr>
                <p:spPr>
                  <a:xfrm>
                    <a:off x="2170042" y="1213757"/>
                    <a:ext cx="771703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3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34</m:t>
                              </m:r>
                            </m:sub>
                          </m:sSub>
                        </m:oMath>
                      </m:oMathPara>
                    </a14:m>
                    <a:endParaRPr lang="en-US" sz="3600" dirty="0"/>
                  </a:p>
                </p:txBody>
              </p:sp>
            </mc:Choice>
            <mc:Fallback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F730693B-9554-6E88-7FDF-5D5438AA7EF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70042" y="1213757"/>
                    <a:ext cx="771703" cy="646331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8065" r="-11290" b="-384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94B467D3-A5B9-0FBA-5518-F9A604B40827}"/>
                  </a:ext>
                </a:extLst>
              </p:cNvPr>
              <p:cNvSpPr/>
              <p:nvPr/>
            </p:nvSpPr>
            <p:spPr>
              <a:xfrm>
                <a:off x="2060003" y="1104900"/>
                <a:ext cx="914400" cy="9144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2D365E2D-A8C0-1BAB-CE8D-7BF9AD3FB9FE}"/>
                </a:ext>
              </a:extLst>
            </p:cNvPr>
            <p:cNvCxnSpPr>
              <a:cxnSpLocks/>
              <a:stCxn id="5" idx="3"/>
              <a:endCxn id="18" idx="7"/>
            </p:cNvCxnSpPr>
            <p:nvPr/>
          </p:nvCxnSpPr>
          <p:spPr>
            <a:xfrm flipH="1">
              <a:off x="2019331" y="1575123"/>
              <a:ext cx="1938069" cy="1678893"/>
            </a:xfrm>
            <a:prstGeom prst="straightConnector1">
              <a:avLst/>
            </a:prstGeom>
            <a:ln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30924B2B-F4B5-C278-3C50-A4DD3EB46283}"/>
                </a:ext>
              </a:extLst>
            </p:cNvPr>
            <p:cNvCxnSpPr>
              <a:cxnSpLocks/>
              <a:stCxn id="9" idx="3"/>
              <a:endCxn id="18" idx="7"/>
            </p:cNvCxnSpPr>
            <p:nvPr/>
          </p:nvCxnSpPr>
          <p:spPr>
            <a:xfrm flipH="1">
              <a:off x="2019331" y="1575123"/>
              <a:ext cx="3127333" cy="1678893"/>
            </a:xfrm>
            <a:prstGeom prst="straightConnector1">
              <a:avLst/>
            </a:prstGeom>
            <a:ln>
              <a:solidFill>
                <a:srgbClr val="DD4124"/>
              </a:solidFill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BD5959B2-08A2-78D4-5599-8181246969FC}"/>
                </a:ext>
              </a:extLst>
            </p:cNvPr>
            <p:cNvCxnSpPr>
              <a:cxnSpLocks/>
              <a:stCxn id="5" idx="4"/>
              <a:endCxn id="21" idx="0"/>
            </p:cNvCxnSpPr>
            <p:nvPr/>
          </p:nvCxnSpPr>
          <p:spPr>
            <a:xfrm flipH="1">
              <a:off x="3434679" y="1709034"/>
              <a:ext cx="846010" cy="1411071"/>
            </a:xfrm>
            <a:prstGeom prst="straightConnector1">
              <a:avLst/>
            </a:prstGeom>
            <a:ln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F4A35B08-A38D-64A4-5650-A7B037A21DB5}"/>
                </a:ext>
              </a:extLst>
            </p:cNvPr>
            <p:cNvCxnSpPr>
              <a:cxnSpLocks/>
              <a:stCxn id="12" idx="3"/>
              <a:endCxn id="21" idx="0"/>
            </p:cNvCxnSpPr>
            <p:nvPr/>
          </p:nvCxnSpPr>
          <p:spPr>
            <a:xfrm flipH="1">
              <a:off x="3434679" y="1549945"/>
              <a:ext cx="2901249" cy="1570160"/>
            </a:xfrm>
            <a:prstGeom prst="straightConnector1">
              <a:avLst/>
            </a:prstGeom>
            <a:ln>
              <a:solidFill>
                <a:srgbClr val="DD4124"/>
              </a:solidFill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6887DB67-C749-91DE-6330-12DA80BF1EF4}"/>
                </a:ext>
              </a:extLst>
            </p:cNvPr>
            <p:cNvCxnSpPr>
              <a:cxnSpLocks/>
              <a:stCxn id="5" idx="5"/>
              <a:endCxn id="24" idx="0"/>
            </p:cNvCxnSpPr>
            <p:nvPr/>
          </p:nvCxnSpPr>
          <p:spPr>
            <a:xfrm>
              <a:off x="4603978" y="1575123"/>
              <a:ext cx="569338" cy="1544982"/>
            </a:xfrm>
            <a:prstGeom prst="straightConnector1">
              <a:avLst/>
            </a:prstGeom>
            <a:ln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01480B6F-5881-B1AF-16F1-6B59B79C1FCB}"/>
                </a:ext>
              </a:extLst>
            </p:cNvPr>
            <p:cNvCxnSpPr>
              <a:cxnSpLocks/>
              <a:stCxn id="15" idx="3"/>
              <a:endCxn id="24" idx="0"/>
            </p:cNvCxnSpPr>
            <p:nvPr/>
          </p:nvCxnSpPr>
          <p:spPr>
            <a:xfrm flipH="1">
              <a:off x="5173316" y="1549945"/>
              <a:ext cx="2351876" cy="1570160"/>
            </a:xfrm>
            <a:prstGeom prst="straightConnector1">
              <a:avLst/>
            </a:prstGeom>
            <a:ln>
              <a:solidFill>
                <a:srgbClr val="DD4124"/>
              </a:solidFill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C093238E-DC00-2A24-7A82-C40947F20D64}"/>
                </a:ext>
              </a:extLst>
            </p:cNvPr>
            <p:cNvCxnSpPr>
              <a:cxnSpLocks/>
              <a:stCxn id="9" idx="4"/>
              <a:endCxn id="27" idx="0"/>
            </p:cNvCxnSpPr>
            <p:nvPr/>
          </p:nvCxnSpPr>
          <p:spPr>
            <a:xfrm>
              <a:off x="5469953" y="1709034"/>
              <a:ext cx="1442000" cy="1385893"/>
            </a:xfrm>
            <a:prstGeom prst="straightConnector1">
              <a:avLst/>
            </a:prstGeom>
            <a:ln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14C257AF-9767-DBDC-F839-5DDA352725D5}"/>
                </a:ext>
              </a:extLst>
            </p:cNvPr>
            <p:cNvCxnSpPr>
              <a:cxnSpLocks/>
              <a:stCxn id="12" idx="4"/>
              <a:endCxn id="27" idx="0"/>
            </p:cNvCxnSpPr>
            <p:nvPr/>
          </p:nvCxnSpPr>
          <p:spPr>
            <a:xfrm>
              <a:off x="6659217" y="1683856"/>
              <a:ext cx="252736" cy="1411071"/>
            </a:xfrm>
            <a:prstGeom prst="straightConnector1">
              <a:avLst/>
            </a:prstGeom>
            <a:ln>
              <a:solidFill>
                <a:srgbClr val="DD4124"/>
              </a:solidFill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4A53B2AF-C939-E5A5-15B6-48DE0CBBC0C0}"/>
                </a:ext>
              </a:extLst>
            </p:cNvPr>
            <p:cNvCxnSpPr>
              <a:cxnSpLocks/>
              <a:stCxn id="9" idx="5"/>
              <a:endCxn id="30" idx="1"/>
            </p:cNvCxnSpPr>
            <p:nvPr/>
          </p:nvCxnSpPr>
          <p:spPr>
            <a:xfrm>
              <a:off x="5793242" y="1575123"/>
              <a:ext cx="2534059" cy="1678893"/>
            </a:xfrm>
            <a:prstGeom prst="straightConnector1">
              <a:avLst/>
            </a:prstGeom>
            <a:ln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167D497F-15BB-0891-39FC-548CCF117773}"/>
                </a:ext>
              </a:extLst>
            </p:cNvPr>
            <p:cNvCxnSpPr>
              <a:cxnSpLocks/>
              <a:stCxn id="15" idx="4"/>
              <a:endCxn id="30" idx="1"/>
            </p:cNvCxnSpPr>
            <p:nvPr/>
          </p:nvCxnSpPr>
          <p:spPr>
            <a:xfrm>
              <a:off x="7848481" y="1683856"/>
              <a:ext cx="478820" cy="1570160"/>
            </a:xfrm>
            <a:prstGeom prst="straightConnector1">
              <a:avLst/>
            </a:prstGeom>
            <a:ln>
              <a:solidFill>
                <a:srgbClr val="DD4124"/>
              </a:solidFill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22CED125-DF2F-1EE5-1458-0BB9E02B9967}"/>
                </a:ext>
              </a:extLst>
            </p:cNvPr>
            <p:cNvCxnSpPr>
              <a:cxnSpLocks/>
              <a:stCxn id="12" idx="5"/>
              <a:endCxn id="33" idx="1"/>
            </p:cNvCxnSpPr>
            <p:nvPr/>
          </p:nvCxnSpPr>
          <p:spPr>
            <a:xfrm>
              <a:off x="6982506" y="1549945"/>
              <a:ext cx="3083432" cy="1704071"/>
            </a:xfrm>
            <a:prstGeom prst="straightConnector1">
              <a:avLst/>
            </a:prstGeom>
            <a:ln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3CB04611-A2DE-E93F-26AC-E96DAAFD702C}"/>
                </a:ext>
              </a:extLst>
            </p:cNvPr>
            <p:cNvCxnSpPr>
              <a:cxnSpLocks/>
              <a:stCxn id="15" idx="5"/>
              <a:endCxn id="33" idx="1"/>
            </p:cNvCxnSpPr>
            <p:nvPr/>
          </p:nvCxnSpPr>
          <p:spPr>
            <a:xfrm>
              <a:off x="8171770" y="1549945"/>
              <a:ext cx="1894168" cy="1704071"/>
            </a:xfrm>
            <a:prstGeom prst="straightConnector1">
              <a:avLst/>
            </a:prstGeom>
            <a:ln>
              <a:solidFill>
                <a:srgbClr val="DD4124"/>
              </a:solidFill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urved Connector 78">
              <a:extLst>
                <a:ext uri="{FF2B5EF4-FFF2-40B4-BE49-F238E27FC236}">
                  <a16:creationId xmlns:a16="http://schemas.microsoft.com/office/drawing/2014/main" id="{A448694E-21FB-6E36-E59E-2E761ABF8ADD}"/>
                </a:ext>
              </a:extLst>
            </p:cNvPr>
            <p:cNvCxnSpPr>
              <a:cxnSpLocks/>
              <a:stCxn id="5" idx="1"/>
              <a:endCxn id="5" idx="0"/>
            </p:cNvCxnSpPr>
            <p:nvPr/>
          </p:nvCxnSpPr>
          <p:spPr>
            <a:xfrm rot="5400000" flipH="1" flipV="1">
              <a:off x="4052089" y="699946"/>
              <a:ext cx="133911" cy="323289"/>
            </a:xfrm>
            <a:prstGeom prst="curvedConnector3">
              <a:avLst>
                <a:gd name="adj1" fmla="val 356066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urved Connector 84">
              <a:extLst>
                <a:ext uri="{FF2B5EF4-FFF2-40B4-BE49-F238E27FC236}">
                  <a16:creationId xmlns:a16="http://schemas.microsoft.com/office/drawing/2014/main" id="{17307BF7-52AF-4C8F-27A5-3FB6B55592AD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250139" y="707943"/>
              <a:ext cx="133911" cy="323289"/>
            </a:xfrm>
            <a:prstGeom prst="curvedConnector3">
              <a:avLst>
                <a:gd name="adj1" fmla="val 356066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urved Connector 85">
              <a:extLst>
                <a:ext uri="{FF2B5EF4-FFF2-40B4-BE49-F238E27FC236}">
                  <a16:creationId xmlns:a16="http://schemas.microsoft.com/office/drawing/2014/main" id="{58E2F422-415B-EE6D-0921-1447842D67D5}"/>
                </a:ext>
              </a:extLst>
            </p:cNvPr>
            <p:cNvCxnSpPr>
              <a:cxnSpLocks/>
              <a:stCxn id="12" idx="1"/>
              <a:endCxn id="12" idx="0"/>
            </p:cNvCxnSpPr>
            <p:nvPr/>
          </p:nvCxnSpPr>
          <p:spPr>
            <a:xfrm rot="5400000" flipH="1" flipV="1">
              <a:off x="6430617" y="674768"/>
              <a:ext cx="133911" cy="323289"/>
            </a:xfrm>
            <a:prstGeom prst="curvedConnector3">
              <a:avLst>
                <a:gd name="adj1" fmla="val 27071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86B7B176-EC4A-A456-5E02-91D7555AEE51}"/>
                    </a:ext>
                  </a:extLst>
                </p:cNvPr>
                <p:cNvSpPr txBox="1"/>
                <p:nvPr/>
              </p:nvSpPr>
              <p:spPr>
                <a:xfrm>
                  <a:off x="3893180" y="47708"/>
                  <a:ext cx="587340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86B7B176-EC4A-A456-5E02-91D7555AEE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93180" y="47708"/>
                  <a:ext cx="587340" cy="461665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978203F1-88AC-DCE8-10CE-624418E4E9E5}"/>
                    </a:ext>
                  </a:extLst>
                </p:cNvPr>
                <p:cNvSpPr txBox="1"/>
                <p:nvPr/>
              </p:nvSpPr>
              <p:spPr>
                <a:xfrm>
                  <a:off x="5146664" y="34266"/>
                  <a:ext cx="587340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978203F1-88AC-DCE8-10CE-624418E4E9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6664" y="34266"/>
                  <a:ext cx="587340" cy="461665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EACA3885-DD94-917A-9BB2-B53D95912CEA}"/>
                    </a:ext>
                  </a:extLst>
                </p:cNvPr>
                <p:cNvSpPr txBox="1"/>
                <p:nvPr/>
              </p:nvSpPr>
              <p:spPr>
                <a:xfrm>
                  <a:off x="6271122" y="27776"/>
                  <a:ext cx="587340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EACA3885-DD94-917A-9BB2-B53D95912C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71122" y="27776"/>
                  <a:ext cx="587340" cy="461665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2E4D275A-8D14-6348-FD95-6FDFBB8B343C}"/>
                    </a:ext>
                  </a:extLst>
                </p:cNvPr>
                <p:cNvSpPr txBox="1"/>
                <p:nvPr/>
              </p:nvSpPr>
              <p:spPr>
                <a:xfrm>
                  <a:off x="1273259" y="5923187"/>
                  <a:ext cx="922945" cy="64633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360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sz="3600" dirty="0"/>
                </a:p>
              </p:txBody>
            </p:sp>
          </mc:Choice>
          <mc:Fallback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2E4D275A-8D14-6348-FD95-6FDFBB8B34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3259" y="5923187"/>
                  <a:ext cx="922945" cy="646331"/>
                </a:xfrm>
                <a:prstGeom prst="rect">
                  <a:avLst/>
                </a:prstGeom>
                <a:blipFill>
                  <a:blip r:embed="rId15"/>
                  <a:stretch>
                    <a:fillRect l="-1333" b="-11538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A7FA7A38-308B-DA00-565E-6DC966DF1F86}"/>
                    </a:ext>
                  </a:extLst>
                </p:cNvPr>
                <p:cNvSpPr txBox="1"/>
                <p:nvPr/>
              </p:nvSpPr>
              <p:spPr>
                <a:xfrm>
                  <a:off x="2977479" y="5922084"/>
                  <a:ext cx="922945" cy="64633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360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3600" dirty="0"/>
                </a:p>
              </p:txBody>
            </p:sp>
          </mc:Choice>
          <mc:Fallback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A7FA7A38-308B-DA00-565E-6DC966DF1F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7479" y="5922084"/>
                  <a:ext cx="922945" cy="646331"/>
                </a:xfrm>
                <a:prstGeom prst="rect">
                  <a:avLst/>
                </a:prstGeom>
                <a:blipFill>
                  <a:blip r:embed="rId16"/>
                  <a:stretch>
                    <a:fillRect l="-1333" b="-1132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DC10D376-FDB3-1B28-56AA-33FC9A0FE364}"/>
                    </a:ext>
                  </a:extLst>
                </p:cNvPr>
                <p:cNvSpPr txBox="1"/>
                <p:nvPr/>
              </p:nvSpPr>
              <p:spPr>
                <a:xfrm>
                  <a:off x="4681699" y="5922084"/>
                  <a:ext cx="922945" cy="64633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360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3600" dirty="0"/>
                </a:p>
              </p:txBody>
            </p:sp>
          </mc:Choice>
          <mc:Fallback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DC10D376-FDB3-1B28-56AA-33FC9A0FE3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81699" y="5922084"/>
                  <a:ext cx="922945" cy="646331"/>
                </a:xfrm>
                <a:prstGeom prst="rect">
                  <a:avLst/>
                </a:prstGeom>
                <a:blipFill>
                  <a:blip r:embed="rId17"/>
                  <a:stretch>
                    <a:fillRect l="-1351" b="-1132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0F766AEC-ABFF-84B9-5B3F-182BFAAC75F7}"/>
                    </a:ext>
                  </a:extLst>
                </p:cNvPr>
                <p:cNvSpPr txBox="1"/>
                <p:nvPr/>
              </p:nvSpPr>
              <p:spPr>
                <a:xfrm>
                  <a:off x="6464017" y="5922084"/>
                  <a:ext cx="933654" cy="64633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23</m:t>
                            </m:r>
                          </m:sub>
                        </m:sSub>
                      </m:oMath>
                    </m:oMathPara>
                  </a14:m>
                  <a:endParaRPr lang="en-US" sz="3600" dirty="0"/>
                </a:p>
              </p:txBody>
            </p:sp>
          </mc:Choice>
          <mc:Fallback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0F766AEC-ABFF-84B9-5B3F-182BFAAC75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64017" y="5922084"/>
                  <a:ext cx="933654" cy="646331"/>
                </a:xfrm>
                <a:prstGeom prst="rect">
                  <a:avLst/>
                </a:prstGeom>
                <a:blipFill>
                  <a:blip r:embed="rId18"/>
                  <a:stretch>
                    <a:fillRect l="-1316" b="-1132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794F94BF-D7F5-3F73-4290-F70744E3B41C}"/>
                    </a:ext>
                  </a:extLst>
                </p:cNvPr>
                <p:cNvSpPr txBox="1"/>
                <p:nvPr/>
              </p:nvSpPr>
              <p:spPr>
                <a:xfrm>
                  <a:off x="8171770" y="5891463"/>
                  <a:ext cx="933654" cy="64633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24</m:t>
                            </m:r>
                          </m:sub>
                        </m:sSub>
                      </m:oMath>
                    </m:oMathPara>
                  </a14:m>
                  <a:endParaRPr lang="en-US" sz="3600" dirty="0"/>
                </a:p>
              </p:txBody>
            </p:sp>
          </mc:Choice>
          <mc:Fallback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794F94BF-D7F5-3F73-4290-F70744E3B4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71770" y="5891463"/>
                  <a:ext cx="933654" cy="646331"/>
                </a:xfrm>
                <a:prstGeom prst="rect">
                  <a:avLst/>
                </a:prstGeom>
                <a:blipFill>
                  <a:blip r:embed="rId19"/>
                  <a:stretch>
                    <a:fillRect l="-2667" b="-1132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CEF725D3-4936-54F0-FA7D-89D22E887980}"/>
                    </a:ext>
                  </a:extLst>
                </p:cNvPr>
                <p:cNvSpPr txBox="1"/>
                <p:nvPr/>
              </p:nvSpPr>
              <p:spPr>
                <a:xfrm>
                  <a:off x="9923482" y="5904804"/>
                  <a:ext cx="933654" cy="64633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34</m:t>
                            </m:r>
                          </m:sub>
                        </m:sSub>
                      </m:oMath>
                    </m:oMathPara>
                  </a14:m>
                  <a:endParaRPr lang="en-US" sz="3600" dirty="0"/>
                </a:p>
              </p:txBody>
            </p:sp>
          </mc:Choice>
          <mc:Fallback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CEF725D3-4936-54F0-FA7D-89D22E8879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23482" y="5904804"/>
                  <a:ext cx="933654" cy="646331"/>
                </a:xfrm>
                <a:prstGeom prst="rect">
                  <a:avLst/>
                </a:prstGeom>
                <a:blipFill>
                  <a:blip r:embed="rId20"/>
                  <a:stretch>
                    <a:fillRect b="-1132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038151CC-C4D8-EF8A-333B-BF1A5A66236B}"/>
                    </a:ext>
                  </a:extLst>
                </p:cNvPr>
                <p:cNvSpPr txBox="1"/>
                <p:nvPr/>
              </p:nvSpPr>
              <p:spPr>
                <a:xfrm>
                  <a:off x="5157936" y="4685365"/>
                  <a:ext cx="1681356" cy="677878"/>
                </a:xfrm>
                <a:prstGeom prst="rect">
                  <a:avLst/>
                </a:prstGeom>
                <a:solidFill>
                  <a:schemeClr val="bg1"/>
                </a:solidFill>
                <a:effectLst>
                  <a:softEdge rad="25400"/>
                </a:effectLst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l-GR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  <m:d>
                          <m:d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32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3200" dirty="0"/>
                </a:p>
              </p:txBody>
            </p:sp>
          </mc:Choice>
          <mc:Fallback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038151CC-C4D8-EF8A-333B-BF1A5A6623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57936" y="4685365"/>
                  <a:ext cx="1681356" cy="677878"/>
                </a:xfrm>
                <a:prstGeom prst="rect">
                  <a:avLst/>
                </a:prstGeom>
                <a:blipFill>
                  <a:blip r:embed="rId21"/>
                  <a:stretch>
                    <a:fillRect b="-9259"/>
                  </a:stretch>
                </a:blipFill>
                <a:effectLst>
                  <a:softEdge rad="25400"/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9" name="Curved Connector 128">
              <a:extLst>
                <a:ext uri="{FF2B5EF4-FFF2-40B4-BE49-F238E27FC236}">
                  <a16:creationId xmlns:a16="http://schemas.microsoft.com/office/drawing/2014/main" id="{98A425A1-B7D1-D5C7-D465-CF9A3C1D886A}"/>
                </a:ext>
              </a:extLst>
            </p:cNvPr>
            <p:cNvCxnSpPr>
              <a:cxnSpLocks/>
              <a:stCxn id="18" idx="4"/>
              <a:endCxn id="122" idx="0"/>
            </p:cNvCxnSpPr>
            <p:nvPr/>
          </p:nvCxnSpPr>
          <p:spPr>
            <a:xfrm rot="16200000" flipH="1">
              <a:off x="3521898" y="2208649"/>
              <a:ext cx="650860" cy="4302572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bg2">
                  <a:lumMod val="25000"/>
                  <a:alpha val="32838"/>
                </a:schemeClr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Curved Connector 134">
              <a:extLst>
                <a:ext uri="{FF2B5EF4-FFF2-40B4-BE49-F238E27FC236}">
                  <a16:creationId xmlns:a16="http://schemas.microsoft.com/office/drawing/2014/main" id="{A12B3EF9-9A94-1992-C400-BB5BE5CB3873}"/>
                </a:ext>
              </a:extLst>
            </p:cNvPr>
            <p:cNvCxnSpPr>
              <a:cxnSpLocks/>
              <a:stCxn id="21" idx="4"/>
              <a:endCxn id="122" idx="0"/>
            </p:cNvCxnSpPr>
            <p:nvPr/>
          </p:nvCxnSpPr>
          <p:spPr>
            <a:xfrm rot="16200000" flipH="1">
              <a:off x="4391216" y="3077967"/>
              <a:ext cx="650860" cy="2563935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bg2">
                  <a:lumMod val="25000"/>
                  <a:alpha val="32838"/>
                </a:schemeClr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Curved Connector 137">
              <a:extLst>
                <a:ext uri="{FF2B5EF4-FFF2-40B4-BE49-F238E27FC236}">
                  <a16:creationId xmlns:a16="http://schemas.microsoft.com/office/drawing/2014/main" id="{DEA50284-5A97-296E-9CD2-B6A83A177227}"/>
                </a:ext>
              </a:extLst>
            </p:cNvPr>
            <p:cNvCxnSpPr>
              <a:cxnSpLocks/>
              <a:stCxn id="24" idx="4"/>
              <a:endCxn id="122" idx="0"/>
            </p:cNvCxnSpPr>
            <p:nvPr/>
          </p:nvCxnSpPr>
          <p:spPr>
            <a:xfrm rot="16200000" flipH="1">
              <a:off x="5260535" y="3947286"/>
              <a:ext cx="650860" cy="825298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bg2">
                  <a:lumMod val="25000"/>
                  <a:alpha val="32838"/>
                </a:schemeClr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Curved Connector 140">
              <a:extLst>
                <a:ext uri="{FF2B5EF4-FFF2-40B4-BE49-F238E27FC236}">
                  <a16:creationId xmlns:a16="http://schemas.microsoft.com/office/drawing/2014/main" id="{AD5D0E67-7E37-D24F-DFF7-C6D12F9E7E41}"/>
                </a:ext>
              </a:extLst>
            </p:cNvPr>
            <p:cNvCxnSpPr>
              <a:cxnSpLocks/>
              <a:stCxn id="27" idx="4"/>
              <a:endCxn id="122" idx="0"/>
            </p:cNvCxnSpPr>
            <p:nvPr/>
          </p:nvCxnSpPr>
          <p:spPr>
            <a:xfrm rot="5400000">
              <a:off x="6117265" y="3890677"/>
              <a:ext cx="676038" cy="913339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bg2">
                  <a:lumMod val="25000"/>
                  <a:alpha val="32838"/>
                </a:schemeClr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Curved Connector 143">
              <a:extLst>
                <a:ext uri="{FF2B5EF4-FFF2-40B4-BE49-F238E27FC236}">
                  <a16:creationId xmlns:a16="http://schemas.microsoft.com/office/drawing/2014/main" id="{C6D5ED67-977B-1E62-3C4C-1236808A3F91}"/>
                </a:ext>
              </a:extLst>
            </p:cNvPr>
            <p:cNvCxnSpPr>
              <a:cxnSpLocks/>
              <a:stCxn id="30" idx="4"/>
              <a:endCxn id="122" idx="0"/>
            </p:cNvCxnSpPr>
            <p:nvPr/>
          </p:nvCxnSpPr>
          <p:spPr>
            <a:xfrm rot="5400000">
              <a:off x="6999172" y="3033947"/>
              <a:ext cx="650860" cy="2651976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bg2">
                  <a:lumMod val="25000"/>
                  <a:alpha val="32838"/>
                </a:schemeClr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Curved Connector 146">
              <a:extLst>
                <a:ext uri="{FF2B5EF4-FFF2-40B4-BE49-F238E27FC236}">
                  <a16:creationId xmlns:a16="http://schemas.microsoft.com/office/drawing/2014/main" id="{18DB1D3E-8552-6542-5C7C-93E2BA5D348B}"/>
                </a:ext>
              </a:extLst>
            </p:cNvPr>
            <p:cNvCxnSpPr>
              <a:cxnSpLocks/>
              <a:stCxn id="33" idx="4"/>
              <a:endCxn id="122" idx="0"/>
            </p:cNvCxnSpPr>
            <p:nvPr/>
          </p:nvCxnSpPr>
          <p:spPr>
            <a:xfrm rot="5400000">
              <a:off x="7868491" y="2164629"/>
              <a:ext cx="650860" cy="4390613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bg2">
                  <a:lumMod val="25000"/>
                  <a:alpha val="32838"/>
                </a:schemeClr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Curved Connector 149">
              <a:extLst>
                <a:ext uri="{FF2B5EF4-FFF2-40B4-BE49-F238E27FC236}">
                  <a16:creationId xmlns:a16="http://schemas.microsoft.com/office/drawing/2014/main" id="{BE31EA2A-7E12-738A-55B4-F8141105CE7B}"/>
                </a:ext>
              </a:extLst>
            </p:cNvPr>
            <p:cNvCxnSpPr>
              <a:cxnSpLocks/>
              <a:stCxn id="122" idx="2"/>
              <a:endCxn id="100" idx="0"/>
            </p:cNvCxnSpPr>
            <p:nvPr/>
          </p:nvCxnSpPr>
          <p:spPr>
            <a:xfrm rot="5400000">
              <a:off x="3586701" y="3511274"/>
              <a:ext cx="559944" cy="4263882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bg2">
                  <a:lumMod val="25000"/>
                  <a:alpha val="32838"/>
                </a:schemeClr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urved Connector 152">
              <a:extLst>
                <a:ext uri="{FF2B5EF4-FFF2-40B4-BE49-F238E27FC236}">
                  <a16:creationId xmlns:a16="http://schemas.microsoft.com/office/drawing/2014/main" id="{5553348C-81C9-6DE0-55AA-B991A029CC8D}"/>
                </a:ext>
              </a:extLst>
            </p:cNvPr>
            <p:cNvCxnSpPr>
              <a:cxnSpLocks/>
              <a:stCxn id="122" idx="2"/>
              <a:endCxn id="117" idx="0"/>
            </p:cNvCxnSpPr>
            <p:nvPr/>
          </p:nvCxnSpPr>
          <p:spPr>
            <a:xfrm rot="5400000">
              <a:off x="4439363" y="4362832"/>
              <a:ext cx="558841" cy="2559662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bg2">
                  <a:lumMod val="25000"/>
                  <a:alpha val="32838"/>
                </a:schemeClr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urved Connector 155">
              <a:extLst>
                <a:ext uri="{FF2B5EF4-FFF2-40B4-BE49-F238E27FC236}">
                  <a16:creationId xmlns:a16="http://schemas.microsoft.com/office/drawing/2014/main" id="{8A3790C2-53A1-F64C-A391-B9B5FF087458}"/>
                </a:ext>
              </a:extLst>
            </p:cNvPr>
            <p:cNvCxnSpPr>
              <a:cxnSpLocks/>
              <a:stCxn id="122" idx="2"/>
              <a:endCxn id="118" idx="0"/>
            </p:cNvCxnSpPr>
            <p:nvPr/>
          </p:nvCxnSpPr>
          <p:spPr>
            <a:xfrm rot="5400000">
              <a:off x="5291473" y="5214942"/>
              <a:ext cx="558841" cy="855442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bg2">
                  <a:lumMod val="25000"/>
                  <a:alpha val="32838"/>
                </a:schemeClr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urved Connector 158">
              <a:extLst>
                <a:ext uri="{FF2B5EF4-FFF2-40B4-BE49-F238E27FC236}">
                  <a16:creationId xmlns:a16="http://schemas.microsoft.com/office/drawing/2014/main" id="{01F83BBB-AFF0-FA39-8BB6-191BC9A5B455}"/>
                </a:ext>
              </a:extLst>
            </p:cNvPr>
            <p:cNvCxnSpPr>
              <a:cxnSpLocks/>
              <a:stCxn id="122" idx="2"/>
              <a:endCxn id="119" idx="0"/>
            </p:cNvCxnSpPr>
            <p:nvPr/>
          </p:nvCxnSpPr>
          <p:spPr>
            <a:xfrm rot="16200000" flipH="1">
              <a:off x="6185309" y="5176548"/>
              <a:ext cx="558841" cy="932230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bg2">
                  <a:lumMod val="25000"/>
                  <a:alpha val="32838"/>
                </a:schemeClr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Curved Connector 161">
              <a:extLst>
                <a:ext uri="{FF2B5EF4-FFF2-40B4-BE49-F238E27FC236}">
                  <a16:creationId xmlns:a16="http://schemas.microsoft.com/office/drawing/2014/main" id="{8E2ACD6B-06B2-4964-8337-94ADF0AF993F}"/>
                </a:ext>
              </a:extLst>
            </p:cNvPr>
            <p:cNvCxnSpPr>
              <a:cxnSpLocks/>
              <a:stCxn id="122" idx="2"/>
              <a:endCxn id="120" idx="0"/>
            </p:cNvCxnSpPr>
            <p:nvPr/>
          </p:nvCxnSpPr>
          <p:spPr>
            <a:xfrm rot="16200000" flipH="1">
              <a:off x="7054495" y="4307361"/>
              <a:ext cx="528220" cy="2639983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bg2">
                  <a:lumMod val="25000"/>
                  <a:alpha val="32838"/>
                </a:schemeClr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Curved Connector 164">
              <a:extLst>
                <a:ext uri="{FF2B5EF4-FFF2-40B4-BE49-F238E27FC236}">
                  <a16:creationId xmlns:a16="http://schemas.microsoft.com/office/drawing/2014/main" id="{E92089A8-0097-94C8-6BB3-BFB25588AC65}"/>
                </a:ext>
              </a:extLst>
            </p:cNvPr>
            <p:cNvCxnSpPr>
              <a:cxnSpLocks/>
              <a:stCxn id="122" idx="2"/>
              <a:endCxn id="121" idx="0"/>
            </p:cNvCxnSpPr>
            <p:nvPr/>
          </p:nvCxnSpPr>
          <p:spPr>
            <a:xfrm rot="16200000" flipH="1">
              <a:off x="7923681" y="3438175"/>
              <a:ext cx="541561" cy="4391695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bg2">
                  <a:lumMod val="25000"/>
                  <a:alpha val="32838"/>
                </a:schemeClr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1419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33</Words>
  <Application>Microsoft Macintosh PowerPoint</Application>
  <PresentationFormat>Widescreen</PresentationFormat>
  <Paragraphs>28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Gannon, Dustin</dc:creator>
  <cp:lastModifiedBy>Gannon, Dustin</cp:lastModifiedBy>
  <cp:revision>6</cp:revision>
  <dcterms:created xsi:type="dcterms:W3CDTF">2024-07-31T22:10:29Z</dcterms:created>
  <dcterms:modified xsi:type="dcterms:W3CDTF">2024-08-06T18:47:48Z</dcterms:modified>
</cp:coreProperties>
</file>