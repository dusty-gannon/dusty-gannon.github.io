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595E"/>
    <a:srgbClr val="D28C89"/>
    <a:srgbClr val="883F37"/>
    <a:srgbClr val="4A3A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53"/>
    <p:restoredTop sz="94720"/>
  </p:normalViewPr>
  <p:slideViewPr>
    <p:cSldViewPr snapToGrid="0" showGuides="1">
      <p:cViewPr varScale="1">
        <p:scale>
          <a:sx n="88" d="100"/>
          <a:sy n="88" d="100"/>
        </p:scale>
        <p:origin x="184" y="3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671C8-828B-F078-03FB-B65AF1395F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35FE5-1461-E41B-92AF-60CE81C16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C387D4-A02D-4369-AD10-7A9308D63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B7DE5-6AA6-3626-E256-B87F70004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99A5F-7989-DB37-DB1A-E5EF08187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874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F8491-55FA-5E6A-7C7D-C1FB9FE5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D1BE87-5D11-E6BA-8594-7F7E95E39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E528C-78BC-1AE1-64AE-9B743C536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3E98B-F871-235F-E7D6-E4E4C8F5E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6921-BF12-713E-BCF2-B59E545FA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590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A2659-31D7-7467-55A0-93D8A0D45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6869D-0E6D-1F38-8829-81458C6D02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8224E-CBA0-282A-2A9D-EDB7D80CE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C6256-D5DA-176B-5944-C654B9A73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930C4-A9C2-ABE1-23AF-E76FBDFE7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32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64B09-2F9C-C3B7-424F-A1AC3587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F8A68-D5F7-617E-EF6D-5EE223385D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C78BD8-78EF-E653-E9FD-4F23A7F062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F501B3-BD94-E901-A1B6-33B006DF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A067E4-65F6-320A-559E-5543D3A8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3F829D-55C7-2301-11A1-45E715BD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54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50AF-8128-272D-0AF3-98983E9C1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BAEE5-29FA-83F2-9D7C-BB022979C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C532B0-5020-4E9B-930F-128EB4513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8FD8A1-C4F1-A9B1-52E9-7F6998C9FD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4FC824-44A7-E617-B6B5-DA75A04430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407140-C5D9-101D-A65D-90FB5AB6D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BD1DBC-12C0-FF2E-61B0-1CBBD26AD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A491A4-CE61-3D5C-E01B-44416C91A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2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BF3B-F949-62EE-F61D-B9C78CE0F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BE93A4-A9BC-7535-C8A7-79FFC63AC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E2CA3-F701-2409-4689-C656452F3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9ABADB-9773-0FA7-0762-3BB7491A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17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8D086-1949-788B-0D4F-EE1EB96F4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1CEFC9-84E9-0BF3-9BF0-9C386ED1C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F8062-9912-8C5E-9783-49D9EA1F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623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E4C42-235A-4CCE-28E9-E2D8C72FA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024BA-713E-F02B-EAA7-660675B05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F2F52-E150-F054-8B01-07408B4E1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423D-008E-3344-3CE8-D35783A2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B55F7B-1F1B-94AB-374E-BB25F77F0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BF14A-283E-2F0B-4CA0-DE6A263C9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22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1C1F3-FA43-D0FF-02B3-113CB6007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B695A4-F9F1-166B-1971-1164023579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2904D-B745-38A1-9155-99F60D4D8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D07A9-26CD-14E9-AFFB-106149433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BEA66-73EF-8994-63E9-257C2C55A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C2090-7B47-2FFC-AD36-EB0B9887B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69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5985D-480D-7604-51C5-CCBB0C81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A434F-A8F5-358F-8C41-988F1091BE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6BA0D-4968-0464-FEE1-407BD2859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4E3D32-7CFE-E418-DD0D-B3D3C20FB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3F646-5BEB-05FE-0F4F-F2C84C744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479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3D7269-403A-6983-5404-8255777EE8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B83037-3851-D404-D1B4-FA1AA4C88A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AFD72E-AEA9-AD0C-B6D2-1EE78DC19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36BF2-3B89-F66C-A4C2-DF43FA095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ED621-526A-A370-7B09-CFE0C04C1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160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D3CE53-5AFD-06F9-E09B-6A403884A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E9B3E-72FF-1700-5A3C-97EE41D55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CE3FF-C052-72C8-051B-470A92CC97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F6D8E5-6BA1-2B4B-963D-F2E25306724E}" type="datetimeFigureOut">
              <a:rPr lang="en-US" smtClean="0"/>
              <a:t>7/31/24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21E2F-4F7D-1E27-03B3-52673551A2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56D49-6022-D31C-8B9F-2CB359C7E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6149C5-AE76-AD49-8AA9-BBD548F50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043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829A32D-650C-77D1-284F-302642F46FC4}"/>
              </a:ext>
            </a:extLst>
          </p:cNvPr>
          <p:cNvGrpSpPr/>
          <p:nvPr/>
        </p:nvGrpSpPr>
        <p:grpSpPr>
          <a:xfrm>
            <a:off x="2656114" y="1655959"/>
            <a:ext cx="6291942" cy="3954780"/>
            <a:chOff x="2656114" y="1655959"/>
            <a:chExt cx="6291942" cy="3954780"/>
          </a:xfrm>
        </p:grpSpPr>
        <p:pic>
          <p:nvPicPr>
            <p:cNvPr id="5" name="Picture 4" descr="A diagram of a graph&#10;&#10;Description automatically generated">
              <a:extLst>
                <a:ext uri="{FF2B5EF4-FFF2-40B4-BE49-F238E27FC236}">
                  <a16:creationId xmlns:a16="http://schemas.microsoft.com/office/drawing/2014/main" id="{8113F558-08FE-96AC-A801-C0F5ACA12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56114" y="1856014"/>
              <a:ext cx="6291942" cy="314597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086EBF2-12A5-03F6-1FE1-AE46B87F4B40}"/>
                    </a:ext>
                  </a:extLst>
                </p:cNvPr>
                <p:cNvSpPr txBox="1"/>
                <p:nvPr/>
              </p:nvSpPr>
              <p:spPr>
                <a:xfrm>
                  <a:off x="3672112" y="1655959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rgbClr val="4A3A3B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i="1" dirty="0" smtClean="0">
                                <a:solidFill>
                                  <a:srgbClr val="4A3A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 smtClean="0">
                                    <a:solidFill>
                                      <a:srgbClr val="4A3A3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solidFill>
                                      <a:srgbClr val="4A3A3B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4A3A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dirty="0">
                    <a:solidFill>
                      <a:srgbClr val="4A3A3B"/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086EBF2-12A5-03F6-1FE1-AE46B87F4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2112" y="1655959"/>
                  <a:ext cx="1538514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E218A78-8BCB-522B-2081-AC753D02F13E}"/>
                    </a:ext>
                  </a:extLst>
                </p:cNvPr>
                <p:cNvSpPr txBox="1"/>
                <p:nvPr/>
              </p:nvSpPr>
              <p:spPr>
                <a:xfrm>
                  <a:off x="4383313" y="1655959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rgbClr val="883F37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i="1" dirty="0" smtClean="0">
                                <a:solidFill>
                                  <a:srgbClr val="883F3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 smtClean="0">
                                    <a:solidFill>
                                      <a:srgbClr val="883F3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solidFill>
                                      <a:srgbClr val="883F37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883F37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dirty="0">
                    <a:solidFill>
                      <a:srgbClr val="883F37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E218A78-8BCB-522B-2081-AC753D02F1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3313" y="1655959"/>
                  <a:ext cx="153851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15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9628A72-FBCF-AE0D-541A-267BEE2F881B}"/>
                    </a:ext>
                  </a:extLst>
                </p:cNvPr>
                <p:cNvSpPr txBox="1"/>
                <p:nvPr/>
              </p:nvSpPr>
              <p:spPr>
                <a:xfrm>
                  <a:off x="5069114" y="1655959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rgbClr val="B1595E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i="1" dirty="0" smtClean="0">
                                <a:solidFill>
                                  <a:srgbClr val="B1595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 smtClean="0">
                                    <a:solidFill>
                                      <a:srgbClr val="B1595E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solidFill>
                                      <a:srgbClr val="B1595E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B1595E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dirty="0">
                    <a:solidFill>
                      <a:srgbClr val="B1595E"/>
                    </a:solidFill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9628A72-FBCF-AE0D-541A-267BEE2F88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69114" y="1655959"/>
                  <a:ext cx="1538514" cy="400110"/>
                </a:xfrm>
                <a:prstGeom prst="rect">
                  <a:avLst/>
                </a:prstGeom>
                <a:blipFill>
                  <a:blip r:embed="rId5"/>
                  <a:stretch>
                    <a:fillRect b="-15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F7EDE76-004A-0325-B8D2-6A8703707269}"/>
                    </a:ext>
                  </a:extLst>
                </p:cNvPr>
                <p:cNvSpPr txBox="1"/>
                <p:nvPr/>
              </p:nvSpPr>
              <p:spPr>
                <a:xfrm>
                  <a:off x="6154054" y="1655959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solidFill>
                              <a:srgbClr val="D28C89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i="1" dirty="0" smtClean="0">
                                <a:solidFill>
                                  <a:srgbClr val="D28C89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 smtClean="0">
                                    <a:solidFill>
                                      <a:srgbClr val="D28C89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solidFill>
                                      <a:srgbClr val="D28C89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D28C89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dirty="0">
                    <a:solidFill>
                      <a:srgbClr val="D28C89"/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F7EDE76-004A-0325-B8D2-6A87037072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54054" y="1655959"/>
                  <a:ext cx="1538514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15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B469F0A-FD05-D3C7-6F7E-B5F04C837F2C}"/>
                </a:ext>
              </a:extLst>
            </p:cNvPr>
            <p:cNvCxnSpPr/>
            <p:nvPr/>
          </p:nvCxnSpPr>
          <p:spPr>
            <a:xfrm>
              <a:off x="4731654" y="4542971"/>
              <a:ext cx="0" cy="667658"/>
            </a:xfrm>
            <a:prstGeom prst="straightConnector1">
              <a:avLst/>
            </a:prstGeom>
            <a:ln w="63500">
              <a:solidFill>
                <a:srgbClr val="4A3A3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512D48C-0F49-12AE-2FCD-730D2AA51311}"/>
                </a:ext>
              </a:extLst>
            </p:cNvPr>
            <p:cNvCxnSpPr/>
            <p:nvPr/>
          </p:nvCxnSpPr>
          <p:spPr>
            <a:xfrm>
              <a:off x="6462485" y="4542971"/>
              <a:ext cx="0" cy="667658"/>
            </a:xfrm>
            <a:prstGeom prst="straightConnector1">
              <a:avLst/>
            </a:prstGeom>
            <a:ln w="63500">
              <a:solidFill>
                <a:srgbClr val="B1595E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CDD4B32-5DE9-4E9D-95E5-2A1D7A70447E}"/>
                </a:ext>
              </a:extLst>
            </p:cNvPr>
            <p:cNvCxnSpPr/>
            <p:nvPr/>
          </p:nvCxnSpPr>
          <p:spPr>
            <a:xfrm>
              <a:off x="4194625" y="4542971"/>
              <a:ext cx="0" cy="667658"/>
            </a:xfrm>
            <a:prstGeom prst="straightConnector1">
              <a:avLst/>
            </a:prstGeom>
            <a:ln w="63500">
              <a:solidFill>
                <a:srgbClr val="883F3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72347C6-97AB-FDCE-CB68-9C0CA85FA151}"/>
                </a:ext>
              </a:extLst>
            </p:cNvPr>
            <p:cNvCxnSpPr/>
            <p:nvPr/>
          </p:nvCxnSpPr>
          <p:spPr>
            <a:xfrm>
              <a:off x="6096000" y="4542971"/>
              <a:ext cx="0" cy="667658"/>
            </a:xfrm>
            <a:prstGeom prst="straightConnector1">
              <a:avLst/>
            </a:prstGeom>
            <a:ln w="63500">
              <a:solidFill>
                <a:srgbClr val="D28C8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8D4A269-0E3B-A835-023C-878DB3946F93}"/>
                    </a:ext>
                  </a:extLst>
                </p:cNvPr>
                <p:cNvSpPr txBox="1"/>
                <p:nvPr/>
              </p:nvSpPr>
              <p:spPr>
                <a:xfrm>
                  <a:off x="3962397" y="5210629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4A3A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4A3A3B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i="1" smtClean="0">
                                <a:solidFill>
                                  <a:srgbClr val="4A3A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olidFill>
                      <a:srgbClr val="4A3A3B"/>
                    </a:solidFill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8D4A269-0E3B-A835-023C-878DB3946F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2397" y="5210629"/>
                  <a:ext cx="1538514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810E8EE-6602-5D60-1565-ACFAF367D890}"/>
                    </a:ext>
                  </a:extLst>
                </p:cNvPr>
                <p:cNvSpPr txBox="1"/>
                <p:nvPr/>
              </p:nvSpPr>
              <p:spPr>
                <a:xfrm>
                  <a:off x="3425368" y="5181236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883F3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883F37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883F37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olidFill>
                      <a:srgbClr val="883F37"/>
                    </a:solidFill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810E8EE-6602-5D60-1565-ACFAF367D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5368" y="5181236"/>
                  <a:ext cx="1538514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C8C23E5-E25D-78A5-959D-748F91CB0430}"/>
                    </a:ext>
                  </a:extLst>
                </p:cNvPr>
                <p:cNvSpPr txBox="1"/>
                <p:nvPr/>
              </p:nvSpPr>
              <p:spPr>
                <a:xfrm>
                  <a:off x="5326743" y="5181236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D28C89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D28C89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D28C89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olidFill>
                      <a:srgbClr val="D28C89"/>
                    </a:solidFill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C8C23E5-E25D-78A5-959D-748F91CB04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743" y="5181236"/>
                  <a:ext cx="1538514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B1563C-C810-BEE6-6FFE-D8ED1485F2D2}"/>
                    </a:ext>
                  </a:extLst>
                </p:cNvPr>
                <p:cNvSpPr txBox="1"/>
                <p:nvPr/>
              </p:nvSpPr>
              <p:spPr>
                <a:xfrm>
                  <a:off x="5733137" y="5179662"/>
                  <a:ext cx="153851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B1595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B1595E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B1595E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olidFill>
                      <a:srgbClr val="B1595E"/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B1563C-C810-BEE6-6FFE-D8ED1485F2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137" y="5179662"/>
                  <a:ext cx="1538514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78758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12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Gannon, Dustin</dc:creator>
  <cp:lastModifiedBy>Gannon, Dustin</cp:lastModifiedBy>
  <cp:revision>2</cp:revision>
  <dcterms:created xsi:type="dcterms:W3CDTF">2024-07-31T22:10:29Z</dcterms:created>
  <dcterms:modified xsi:type="dcterms:W3CDTF">2024-07-31T22:24:28Z</dcterms:modified>
</cp:coreProperties>
</file>